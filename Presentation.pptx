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nsh Agarwal" userId="8cc5a658e202c4b1" providerId="LiveId" clId="{58873B25-13EA-4133-816F-614DAA43AC09}"/>
    <pc:docChg chg="modSld">
      <pc:chgData name="Divyansh Agarwal" userId="8cc5a658e202c4b1" providerId="LiveId" clId="{58873B25-13EA-4133-816F-614DAA43AC09}" dt="2026-09-08T16:27:51.552" v="8" actId="20577"/>
      <pc:docMkLst>
        <pc:docMk/>
      </pc:docMkLst>
      <pc:sldChg chg="modSp mod">
        <pc:chgData name="Divyansh Agarwal" userId="8cc5a658e202c4b1" providerId="LiveId" clId="{58873B25-13EA-4133-816F-614DAA43AC09}" dt="2026-09-08T16:27:51.552" v="8" actId="20577"/>
        <pc:sldMkLst>
          <pc:docMk/>
          <pc:sldMk cId="2833482715" sldId="307"/>
        </pc:sldMkLst>
        <pc:spChg chg="mod">
          <ac:chgData name="Divyansh Agarwal" userId="8cc5a658e202c4b1" providerId="LiveId" clId="{58873B25-13EA-4133-816F-614DAA43AC09}" dt="2026-09-08T16:27:51.552" v="8" actId="20577"/>
          <ac:spMkLst>
            <pc:docMk/>
            <pc:sldMk cId="2833482715" sldId="307"/>
            <ac:spMk id="3" creationId="{4837D5EE-379B-FDC5-0854-8AC81D31FADF}"/>
          </ac:spMkLst>
        </pc:spChg>
      </pc:sldChg>
      <pc:sldChg chg="modSp mod">
        <pc:chgData name="Divyansh Agarwal" userId="8cc5a658e202c4b1" providerId="LiveId" clId="{58873B25-13EA-4133-816F-614DAA43AC09}" dt="2026-09-08T16:27:32.389" v="0" actId="1076"/>
        <pc:sldMkLst>
          <pc:docMk/>
          <pc:sldMk cId="4175177701" sldId="308"/>
        </pc:sldMkLst>
        <pc:picChg chg="mod">
          <ac:chgData name="Divyansh Agarwal" userId="8cc5a658e202c4b1" providerId="LiveId" clId="{58873B25-13EA-4133-816F-614DAA43AC09}" dt="2026-09-08T16:27:32.389" v="0" actId="1076"/>
          <ac:picMkLst>
            <pc:docMk/>
            <pc:sldMk cId="4175177701" sldId="308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nct-dag/travel-planner-ag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948241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rPr sz="2000" dirty="0">
                          <a:latin typeface="Arial"/>
                        </a:rPr>
                        <a:t>Divyansh Agarwal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rial"/>
                        </a:rPr>
                        <a:t>Lnct.divyanshgoyan@gmail.com</a:t>
                      </a:r>
                      <a:endParaRPr sz="20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Arial"/>
                        </a:rPr>
                        <a:t>+</a:t>
                      </a:r>
                      <a:r>
                        <a:rPr lang="en-IN" sz="2000" dirty="0">
                          <a:latin typeface="Arial"/>
                        </a:rPr>
                        <a:t>91-8318898449</a:t>
                      </a:r>
                      <a:endParaRPr sz="20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3816804" y="3662870"/>
            <a:ext cx="1303836" cy="10462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>
                <a:latin typeface="Arial"/>
              </a:rPr>
              <a:t>Domain of Project – Travel &amp; Tourism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>
                <a:latin typeface="Arial"/>
              </a:rPr>
              <a:t>Project Title – AI-Powered Travel Planner Agent using IBM Bob and IBM Granite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Arial"/>
              </a:rPr>
              <a:t>Problem Statement : AI-Powered Travel Planner Agent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The Challenge</a:t>
            </a:r>
          </a:p>
          <a:p>
            <a:r>
              <a:rPr sz="2000">
                <a:latin typeface="Arial"/>
              </a:rPr>
              <a:t>Challenges faced while planning trips include budget management, hotel selection, route planning, generating personalized itineraries, and dealing with travel information scattered across multiple websites.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The Objective</a:t>
            </a:r>
          </a:p>
          <a:p>
            <a:r>
              <a:rPr sz="2000">
                <a:latin typeface="Arial"/>
              </a:rPr>
              <a:t>Develop an intelligent Agentic AI solution capable of generating personalized travel plans, recommending hotels, transportation, attractions, restaurants, estimated budgets, and travel tips.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latin typeface="Arial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Arial"/>
              </a:rPr>
              <a:t>Proposed Solution: AI-Powered Travel Planner Agent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IBM Bob coordinates multiple AI agents to deliver a seamless travel planning experience. The system addresses challenges in trip planning through an intelligent, modular architecture.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Key Agents:</a:t>
            </a:r>
          </a:p>
          <a:p>
            <a:r>
              <a:rPr sz="2000">
                <a:latin typeface="Arial"/>
              </a:rPr>
              <a:t>• Destination Recommendation Agent: Suggests optimal destinations based on preferences.</a:t>
            </a:r>
          </a:p>
          <a:p>
            <a:r>
              <a:rPr sz="2000">
                <a:latin typeface="Arial"/>
              </a:rPr>
              <a:t>• Budget Planning Agent: Optimizes budget for the trip.</a:t>
            </a:r>
          </a:p>
          <a:p>
            <a:r>
              <a:rPr sz="2000">
                <a:latin typeface="Arial"/>
              </a:rPr>
              <a:t>• Hotel Recommendation Agent: Finds the best accommodations.</a:t>
            </a:r>
          </a:p>
          <a:p>
            <a:r>
              <a:rPr sz="2000">
                <a:latin typeface="Arial"/>
              </a:rPr>
              <a:t>• Itinerary Generator: Creates dynamic, personalized day-by-day plans.</a:t>
            </a:r>
          </a:p>
          <a:p>
            <a:r>
              <a:rPr sz="2000">
                <a:latin typeface="Arial"/>
              </a:rPr>
              <a:t>• Travel Advisory Agent: Provides tips and essential travel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latin typeface="Arial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Arial"/>
              </a:rPr>
              <a:t>• IBM Bob - For designing and orchestrating multi-agent workflows visually</a:t>
            </a:r>
          </a:p>
          <a:p>
            <a:r>
              <a:rPr sz="2000">
                <a:latin typeface="Arial"/>
              </a:rPr>
              <a:t>• IBM Granite 3.x Model - For natural language understanding, reasoning, and personalization</a:t>
            </a:r>
          </a:p>
          <a:p>
            <a:r>
              <a:rPr sz="2000">
                <a:latin typeface="Arial"/>
              </a:rPr>
              <a:t>• IBM Cloud Lite - Provides reliable, secure infrastructure</a:t>
            </a:r>
          </a:p>
          <a:p>
            <a:r>
              <a:rPr sz="2000">
                <a:latin typeface="Arial"/>
              </a:rPr>
              <a:t>• IBM watsonx.ai - For model deployment, embeddings, and AI governance</a:t>
            </a:r>
          </a:p>
          <a:p>
            <a:r>
              <a:rPr sz="2000">
                <a:latin typeface="Arial"/>
              </a:rPr>
              <a:t>• Retrieval-Augmented Generation (RAG) - To fetch real data first, then generate intelligent answers</a:t>
            </a:r>
          </a:p>
          <a:p>
            <a:r>
              <a:rPr sz="2000">
                <a:latin typeface="Arial"/>
              </a:rPr>
              <a:t>• Vector Database (FAISS/Chroma) - For RAG-based data retrieval</a:t>
            </a:r>
          </a:p>
          <a:p>
            <a:r>
              <a:rPr sz="2000">
                <a:latin typeface="Arial"/>
              </a:rPr>
              <a:t>• GitHub - For version control and repository hosting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7358635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 dirty="0">
                <a:latin typeface="Arial"/>
              </a:rPr>
              <a:t>Required Files created using IBM Bob</a:t>
            </a: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165" y="863187"/>
            <a:ext cx="9927815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4184" y="862241"/>
            <a:ext cx="9843631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0265" y="400546"/>
            <a:ext cx="10599536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EB83FD-C09D-C6E2-669F-3604825A09E5}"/>
              </a:ext>
            </a:extLst>
          </p:cNvPr>
          <p:cNvSpPr/>
          <p:nvPr/>
        </p:nvSpPr>
        <p:spPr>
          <a:xfrm>
            <a:off x="1686164" y="1027518"/>
            <a:ext cx="9067561" cy="51339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>
                <a:latin typeface="Arial"/>
              </a:rPr>
              <a:t>Architecture Blueprint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535D-EBF5-41DE-E93B-760133BF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83672" y="1456504"/>
            <a:ext cx="7072543" cy="42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latin typeface="Arial"/>
              </a:rPr>
              <a:t>Role of 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Arial"/>
              </a:rPr>
              <a:t>Role of Agentic AI in Travel Planner Agent</a:t>
            </a:r>
          </a:p>
          <a:p>
            <a:r>
              <a:rPr sz="2000">
                <a:latin typeface="Arial"/>
              </a:rPr>
              <a:t>• Autonomous reasoning: The agent independently analyzes requirements to make optimal travel decisions.</a:t>
            </a:r>
          </a:p>
          <a:p>
            <a:r>
              <a:rPr sz="2000">
                <a:latin typeface="Arial"/>
              </a:rPr>
              <a:t>• Multi-agent collaboration: Specialized agents work together to handle destinations, budgets, and itineraries.</a:t>
            </a:r>
          </a:p>
          <a:p>
            <a:r>
              <a:rPr sz="2000">
                <a:latin typeface="Arial"/>
              </a:rPr>
              <a:t>• Personalized recommendations: Tailors travel plans based on user-specific preferences and constraints.</a:t>
            </a:r>
          </a:p>
          <a:p>
            <a:r>
              <a:rPr sz="2000">
                <a:latin typeface="Arial"/>
              </a:rPr>
              <a:t>• Dynamic itinerary generation: Adjusts plans in real-time based on new inputs or constraints.</a:t>
            </a:r>
          </a:p>
          <a:p>
            <a:r>
              <a:rPr sz="2000">
                <a:latin typeface="Arial"/>
              </a:rPr>
              <a:t>• Context awareness: Understands the broader context of the trip, including weather, location, and user intent.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000" dirty="0">
                <a:latin typeface="Arial"/>
              </a:rPr>
              <a:t>Total Tokens Used: </a:t>
            </a:r>
            <a:r>
              <a:rPr lang="en-IN" sz="2000" dirty="0"/>
              <a:t>148.7k</a:t>
            </a:r>
            <a:endParaRPr sz="2000" dirty="0"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240" y="2508129"/>
            <a:ext cx="5095875" cy="2748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3270" y="2451181"/>
            <a:ext cx="5397187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469139" y="2058890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000" dirty="0">
                <a:latin typeface="Arial"/>
              </a:rPr>
              <a:t>[Before Prompt]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8345078" y="1981925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000" dirty="0">
                <a:latin typeface="Arial"/>
              </a:rPr>
              <a:t>[After Prompt]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>
                <a:latin typeface="Arial"/>
              </a:rPr>
              <a:t>Project Output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>
                <a:latin typeface="Arial"/>
              </a:rPr>
              <a:t>Prompt: "Plan a 3-day Goa trip under ₹15,000."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[Large Screenshot Placeholder]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144" y="885593"/>
            <a:ext cx="10637874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>
                <a:latin typeface="Arial"/>
              </a:rPr>
              <a:t>Project Output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>
                <a:latin typeface="Arial"/>
              </a:rPr>
              <a:t>Prompt: "Plan a 5-day family trip to Jaipur."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[Large Screenshot Placeholder]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791" y="1004536"/>
            <a:ext cx="9805262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>
                <a:latin typeface="Arial"/>
              </a:rPr>
              <a:t>Project Output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>
                <a:latin typeface="Arial"/>
              </a:rPr>
              <a:t>Prompt: "Plan a honeymoon trip to Manali."</a:t>
            </a:r>
          </a:p>
          <a:p>
            <a:endParaRPr sz="2000">
              <a:latin typeface="Arial"/>
            </a:endParaRPr>
          </a:p>
          <a:p>
            <a:r>
              <a:rPr sz="2000">
                <a:latin typeface="Arial"/>
              </a:rPr>
              <a:t>[Large Screenshot Placeholder]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493" y="929625"/>
            <a:ext cx="10583014" cy="56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Arial"/>
              </a:rPr>
              <a:t>• Multi-Agent AI – Collaborative agents for a seamless travel planning experience.</a:t>
            </a:r>
          </a:p>
          <a:p>
            <a:r>
              <a:rPr sz="2000">
                <a:latin typeface="Arial"/>
              </a:rPr>
              <a:t>• Personalized itineraries – Tailored to user preferences, budget, and duration.</a:t>
            </a:r>
          </a:p>
          <a:p>
            <a:r>
              <a:rPr sz="2000">
                <a:latin typeface="Arial"/>
              </a:rPr>
              <a:t>• Budget optimization – Real-time cost analysis and adjustments.</a:t>
            </a:r>
          </a:p>
          <a:p>
            <a:r>
              <a:rPr sz="2000">
                <a:latin typeface="Arial"/>
              </a:rPr>
              <a:t>• Real-time recommendations – Dynamic suggestions for hotels and attractions.</a:t>
            </a:r>
          </a:p>
          <a:p>
            <a:r>
              <a:rPr sz="2000">
                <a:latin typeface="Arial"/>
              </a:rPr>
              <a:t>• Agentic workflow – Autonomous execution of complex planning tasks.</a:t>
            </a:r>
          </a:p>
          <a:p>
            <a:r>
              <a:rPr sz="2000">
                <a:latin typeface="Arial"/>
              </a:rPr>
              <a:t>• IBM Granite reasoning – Advanced natural language understanding for accurate plans.</a:t>
            </a:r>
          </a:p>
          <a:p>
            <a:r>
              <a:rPr sz="2000">
                <a:latin typeface="Arial"/>
              </a:rPr>
              <a:t>• Scalable cloud architecture – Built on IBM Cloud for reliability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800" b="1">
                <a:latin typeface="Arial"/>
              </a:rPr>
              <a:t>GitHub Link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000" dirty="0">
                <a:latin typeface="Arial"/>
              </a:rPr>
              <a:t>[Placeholder: Public GitHub Repository URL]</a:t>
            </a:r>
          </a:p>
          <a:p>
            <a:endParaRPr sz="2000" dirty="0">
              <a:latin typeface="Arial"/>
            </a:endParaRPr>
          </a:p>
          <a:p>
            <a:pPr algn="ctr"/>
            <a:r>
              <a:rPr lang="en-IN" sz="2000" dirty="0">
                <a:hlinkClick r:id="rId3"/>
              </a:rPr>
              <a:t>https://github.com/lnct-dag/travel-planner-agent</a:t>
            </a:r>
            <a:endParaRPr lang="en-IN" sz="2000" dirty="0"/>
          </a:p>
          <a:p>
            <a:pPr algn="ctr"/>
            <a:endParaRPr lang="en-IN" sz="2000" dirty="0">
              <a:latin typeface="Arial"/>
            </a:endParaRPr>
          </a:p>
          <a:p>
            <a:r>
              <a:rPr sz="2000" dirty="0">
                <a:latin typeface="Arial"/>
              </a:rPr>
              <a:t>Required files uploaded:</a:t>
            </a:r>
          </a:p>
          <a:p>
            <a:r>
              <a:rPr sz="2000" dirty="0">
                <a:latin typeface="Arial"/>
              </a:rPr>
              <a:t>• IBM Bob files</a:t>
            </a:r>
          </a:p>
          <a:p>
            <a:r>
              <a:rPr sz="2000" dirty="0">
                <a:latin typeface="Arial"/>
              </a:rPr>
              <a:t>• Problem Statement PDF</a:t>
            </a:r>
          </a:p>
          <a:p>
            <a:r>
              <a:rPr sz="2000" dirty="0">
                <a:latin typeface="Arial"/>
              </a:rPr>
              <a:t>• Presentation</a:t>
            </a:r>
          </a:p>
          <a:p>
            <a:r>
              <a:rPr sz="2000" dirty="0">
                <a:latin typeface="Arial"/>
              </a:rPr>
              <a:t>• README</a:t>
            </a:r>
          </a:p>
          <a:p>
            <a:r>
              <a:rPr sz="2000" dirty="0">
                <a:latin typeface="Arial"/>
              </a:rPr>
              <a:t>• Other project files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000">
                <a:latin typeface="Arial"/>
              </a:rPr>
              <a:t>• Voice Assistant</a:t>
            </a:r>
          </a:p>
          <a:p>
            <a:r>
              <a:rPr sz="2000">
                <a:latin typeface="Arial"/>
              </a:rPr>
              <a:t>• Google Maps Integration</a:t>
            </a:r>
          </a:p>
          <a:p>
            <a:r>
              <a:rPr sz="2000">
                <a:latin typeface="Arial"/>
              </a:rPr>
              <a:t>• Weather API</a:t>
            </a:r>
          </a:p>
          <a:p>
            <a:r>
              <a:rPr sz="2000">
                <a:latin typeface="Arial"/>
              </a:rPr>
              <a:t>• Flight Booking</a:t>
            </a:r>
          </a:p>
          <a:p>
            <a:r>
              <a:rPr sz="2000">
                <a:latin typeface="Arial"/>
              </a:rPr>
              <a:t>• Hotel Booking</a:t>
            </a:r>
          </a:p>
          <a:p>
            <a:r>
              <a:rPr sz="2000">
                <a:latin typeface="Arial"/>
              </a:rPr>
              <a:t>• Multilingual Support</a:t>
            </a:r>
          </a:p>
          <a:p>
            <a:r>
              <a:rPr sz="2000">
                <a:latin typeface="Arial"/>
              </a:rPr>
              <a:t>• Mobile App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Getting Started with Artificial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1DC75-9677-2534-42C6-0CCDB0680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26042" y="1747309"/>
            <a:ext cx="6139915" cy="47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370" t="-3847" r="6370" b="19853"/>
          <a:stretch>
            <a:fillRect/>
          </a:stretch>
        </p:blipFill>
        <p:spPr>
          <a:xfrm>
            <a:off x="2345747" y="1398953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000">
                <a:latin typeface="Arial"/>
              </a:rPr>
              <a:t>[Placeholder: IBM Bob Certificate]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690</Words>
  <Application>Microsoft Office PowerPoint</Application>
  <PresentationFormat>Widescreen</PresentationFormat>
  <Paragraphs>114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DIVYANSH AGARWAL</dc:creator>
  <cp:lastModifiedBy>Divyansh Agarwal</cp:lastModifiedBy>
  <cp:revision>4</cp:revision>
  <dcterms:created xsi:type="dcterms:W3CDTF">2025-07-08T05:06:56Z</dcterms:created>
  <dcterms:modified xsi:type="dcterms:W3CDTF">2026-09-08T16:28:42Z</dcterms:modified>
</cp:coreProperties>
</file>